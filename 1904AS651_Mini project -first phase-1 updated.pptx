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405CC-EE72-4783-B9B8-4EECBB33686D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7D85-B989-4E46-ADE3-4E36A03D16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0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37D85-B989-4E46-ADE3-4E36A03D16C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37D85-B989-4E46-ADE3-4E36A03D16C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37D85-B989-4E46-ADE3-4E36A03D16C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FF1E-227A-4AF1-8815-64242440B1EE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AF6-F46D-4D80-8697-FCAA7E105BFC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B11D-E461-4564-9BAD-060892B14848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7C274-F00F-4D21-95F2-E2FBEBAFB0A7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4B00-A058-4699-A568-B39415CEACDA}" type="datetime1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C2A4-4331-4D75-9D97-E5D0D032DFD9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DAD0-3C11-4FA4-BDE4-6F71C7596204}" type="datetime1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B93D5-519D-4776-8D55-C59B5F71256D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DF782-F5A2-45E5-A5CF-1E64312E7364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F6CE-8E55-4AF4-AC7F-D8220FEB2A84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5D6B0-604E-4199-98FE-CA902C918E76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3BDCA-ADA6-4C1F-82AB-074242BF5041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771" y="922564"/>
            <a:ext cx="7772400" cy="2098223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Review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AI POWERED CODE GENERATER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1648" y="3012622"/>
            <a:ext cx="7266215" cy="2735036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Team Members: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		</a:t>
            </a:r>
            <a:r>
              <a:rPr lang="en-US" sz="1800" b="1" dirty="0" err="1">
                <a:solidFill>
                  <a:schemeClr val="tx1"/>
                </a:solidFill>
              </a:rPr>
              <a:t>Agatheeswaran</a:t>
            </a:r>
            <a:r>
              <a:rPr lang="en-US" sz="1800" b="1" dirty="0">
                <a:solidFill>
                  <a:schemeClr val="tx1"/>
                </a:solidFill>
              </a:rPr>
              <a:t> A (8208E22ASR008)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  		        Haseeb Mohammed H (8208E22ASR022)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               		               </a:t>
            </a:r>
            <a:r>
              <a:rPr lang="en-US" sz="1800" b="1" dirty="0" err="1">
                <a:solidFill>
                  <a:schemeClr val="tx1"/>
                </a:solidFill>
              </a:rPr>
              <a:t>Praveenkumar</a:t>
            </a:r>
            <a:r>
              <a:rPr lang="en-US" sz="1800" b="1" dirty="0">
                <a:solidFill>
                  <a:schemeClr val="tx1"/>
                </a:solidFill>
              </a:rPr>
              <a:t> S (8208E22ASR040)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       Project </a:t>
            </a:r>
            <a:r>
              <a:rPr lang="en-US" sz="1800" b="1" dirty="0" err="1">
                <a:solidFill>
                  <a:schemeClr val="tx1"/>
                </a:solidFill>
              </a:rPr>
              <a:t>coordinater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</a:t>
            </a:r>
            <a:r>
              <a:rPr lang="en-US" sz="1800" b="1" dirty="0" err="1">
                <a:solidFill>
                  <a:schemeClr val="tx1"/>
                </a:solidFill>
              </a:rPr>
              <a:t>Mr.R.Gopinath</a:t>
            </a:r>
            <a:r>
              <a:rPr lang="en-US" sz="1800" b="1" dirty="0">
                <a:solidFill>
                  <a:schemeClr val="tx1"/>
                </a:solidFill>
              </a:rPr>
              <a:t>,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  </a:t>
            </a:r>
            <a:r>
              <a:rPr lang="en-US" sz="1800" b="1" dirty="0" err="1">
                <a:solidFill>
                  <a:schemeClr val="tx1"/>
                </a:solidFill>
              </a:rPr>
              <a:t>Assistan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Professer</a:t>
            </a:r>
            <a:endParaRPr lang="en-US" sz="1800" b="1" dirty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1904AS651 - Mini project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/>
          <a:lstStyle/>
          <a:p>
            <a:r>
              <a:rPr lang="en-IN" dirty="0"/>
              <a:t>Problem Identified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099" y="1600199"/>
            <a:ext cx="8082644" cy="478427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Time-Consuming Code Writing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Writing code from scratch can take a lot of time, 	especially for beginners or in large projects.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Lack of Expertise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Non-technical users or those new to programming may 	struggle to write or debug code.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Syntax and Logical Errors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often face syntax errors or logical 	mistakes 	that can be time-consuming to identify and fix.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Inefficient Coding Practices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Manual coding sometimes leads to redundant or 	inefficient code due to human error.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Limited Productivity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may spend excessive time on repetitive 	tasks, reducing innovation and productivity.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7DAC6-4F33-6E2D-52F6-89315854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31B-3144-0D7F-B20C-9514CBCF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181F9-138A-4B07-F102-0A7A7F1D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510393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Enhance Accessibility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/>
              <a:t>Enable beginners, non-programmers, and developers to write code effortlessly using natural language input.</a:t>
            </a:r>
          </a:p>
          <a:p>
            <a:pPr marL="0" indent="0">
              <a:buNone/>
            </a:pPr>
            <a:r>
              <a:rPr lang="en-US" b="1" dirty="0"/>
              <a:t>Improve Developer Efficiency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/>
              <a:t>Reduce the time spent on repetitive coding tasks by automating code generation.</a:t>
            </a:r>
          </a:p>
          <a:p>
            <a:pPr marL="0" indent="0">
              <a:buNone/>
            </a:pPr>
            <a:r>
              <a:rPr lang="en-US" b="1" dirty="0"/>
              <a:t>Minimize Errors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/>
              <a:t>Ensure accuracy in code by leveraging AI-powered validation and debugging.</a:t>
            </a:r>
          </a:p>
          <a:p>
            <a:pPr marL="0" indent="0">
              <a:buNone/>
            </a:pPr>
            <a:r>
              <a:rPr lang="en-US" b="1" dirty="0"/>
              <a:t>Promote Innovation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/>
              <a:t>Allow developers to focus more on creative problem-solving and high-level design, rather than routine coding.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B59E-0C74-A079-1D25-E08A22AC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BF3-A1C8-8157-6683-1DE233E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9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/>
          <a:lstStyle/>
          <a:p>
            <a:r>
              <a:rPr lang="en-IN" dirty="0"/>
              <a:t>Base Paper Details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828800"/>
            <a:ext cx="6330696" cy="2779776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TITLE:AI-Assisted Code Generation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PUBLISHER:IEEE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AUTHORS:1.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Simon </a:t>
            </a:r>
            <a:r>
              <a:rPr lang="en-US" dirty="0" err="1">
                <a:solidFill>
                  <a:schemeClr val="tx1"/>
                </a:solidFill>
              </a:rPr>
              <a:t>Torkaa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	2. </a:t>
            </a:r>
            <a:r>
              <a:rPr lang="en-US" dirty="0" err="1">
                <a:solidFill>
                  <a:schemeClr val="tx1"/>
                </a:solidFill>
              </a:rPr>
              <a:t>Sahin</a:t>
            </a:r>
            <a:r>
              <a:rPr lang="en-US" dirty="0">
                <a:solidFill>
                  <a:schemeClr val="tx1"/>
                </a:solidFill>
              </a:rPr>
              <a:t> Albayrak.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PUBLISHED:14 DEC 2024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D7EC-73C4-32E1-0BA4-C710B7F3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Literature Review</a:t>
            </a:r>
          </a:p>
          <a:p>
            <a:endParaRPr dirty="0"/>
          </a:p>
          <a:p>
            <a:r>
              <a:rPr dirty="0"/>
              <a:t> 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255776"/>
            <a:ext cx="7467600" cy="5100574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chemeClr val="tx1"/>
                </a:solidFill>
              </a:rPr>
              <a:t>Advancements in AI Code Generation:</a:t>
            </a:r>
            <a:r>
              <a:rPr lang="en-US" dirty="0">
                <a:solidFill>
                  <a:schemeClr val="tx1"/>
                </a:solidFill>
              </a:rPr>
              <a:t> The paper discusses the evolution of AI-assisted code generation tools such as </a:t>
            </a:r>
            <a:r>
              <a:rPr lang="en-US" dirty="0" err="1">
                <a:solidFill>
                  <a:schemeClr val="tx1"/>
                </a:solidFill>
              </a:rPr>
              <a:t>ChatGPT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OpenAI</a:t>
            </a:r>
            <a:r>
              <a:rPr lang="en-US" dirty="0">
                <a:solidFill>
                  <a:schemeClr val="tx1"/>
                </a:solidFill>
              </a:rPr>
              <a:t> Codex, GitHub Copilot, and </a:t>
            </a:r>
            <a:r>
              <a:rPr lang="en-US" dirty="0" err="1">
                <a:solidFill>
                  <a:schemeClr val="tx1"/>
                </a:solidFill>
              </a:rPr>
              <a:t>AlphaCode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 algn="l">
              <a:buNone/>
            </a:pPr>
            <a:r>
              <a:rPr lang="en-US" b="1" dirty="0">
                <a:solidFill>
                  <a:schemeClr val="tx1"/>
                </a:solidFill>
              </a:rPr>
              <a:t>Security and Reliability Concerns:</a:t>
            </a:r>
            <a:r>
              <a:rPr lang="en-US" dirty="0">
                <a:solidFill>
                  <a:schemeClr val="tx1"/>
                </a:solidFill>
              </a:rPr>
              <a:t> The literature review emphasizes the necessity of addressing security vulnerabilities inherent in AI-generated code.</a:t>
            </a:r>
          </a:p>
          <a:p>
            <a:pPr marL="0" indent="0" algn="l">
              <a:buNone/>
            </a:pPr>
            <a:r>
              <a:rPr lang="en-US" b="1" dirty="0">
                <a:solidFill>
                  <a:schemeClr val="tx1"/>
                </a:solidFill>
              </a:rPr>
              <a:t>Functionality and Quality Optimization:</a:t>
            </a:r>
            <a:r>
              <a:rPr lang="en-US" dirty="0">
                <a:solidFill>
                  <a:schemeClr val="tx1"/>
                </a:solidFill>
              </a:rPr>
              <a:t> The paper explores strategies to enhance the functionality and quality of AI-generated code.</a:t>
            </a:r>
          </a:p>
          <a:p>
            <a:pPr marL="0" indent="0" algn="l">
              <a:buNone/>
            </a:pPr>
            <a:r>
              <a:rPr lang="en-US" b="1" dirty="0">
                <a:solidFill>
                  <a:schemeClr val="tx1"/>
                </a:solidFill>
              </a:rPr>
              <a:t>Accessibility and Inclusivity:</a:t>
            </a:r>
            <a:r>
              <a:rPr lang="en-US" dirty="0">
                <a:solidFill>
                  <a:schemeClr val="tx1"/>
                </a:solidFill>
              </a:rPr>
              <a:t> An important aspect covered in the literature review is the potential of AI-assisted code generation tools to democratize software development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06B01-A0A6-7E28-4DFE-A2DC87EC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IN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C5AE6-5A1D-E105-0F24-73EEE990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355B70F-1606-7A4A-B0B0-D0CEE244AB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9184" y="1605518"/>
            <a:ext cx="828141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Code Generation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Reduce manual coding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effort by generating functional code snippets.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 multiple programming languages (Python, C, C++, Java, JavaScript,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Code Suggestions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 syntactically and semantically correct code based on user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Developer Productivity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Assist programmers in writing code faster with AI-generated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Learning and Debugging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 beginners and professionals by explaining generated code and suggesting improvements.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F3299-1412-C5B9-1D05-35A4E618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0EC8914-FBAF-81A5-8B69-D6F2A18676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4E2E1562-0424-7807-185B-7EE5CACB5A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6B018A2-6394-08C4-C967-9F90268EF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3116"/>
            <a:ext cx="9126649" cy="517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789"/>
            <a:ext cx="8229600" cy="1143000"/>
          </a:xfrm>
        </p:spPr>
        <p:txBody>
          <a:bodyPr>
            <a:normAutofit/>
          </a:bodyPr>
          <a:lstStyle/>
          <a:p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6624"/>
            <a:ext cx="8491728" cy="619353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900" b="1" dirty="0"/>
              <a:t>1.Problem Definition</a:t>
            </a:r>
          </a:p>
          <a:p>
            <a:pPr marL="400050" lvl="1" indent="0">
              <a:buNone/>
            </a:pPr>
            <a:r>
              <a:rPr lang="en-US" sz="4900" dirty="0"/>
              <a:t>Identify the scope and purpose of your AI-powered code generator, such as translating natural language input into code snippets or automating repetitive coding tasks.</a:t>
            </a:r>
          </a:p>
          <a:p>
            <a:pPr marL="0" indent="0">
              <a:buNone/>
            </a:pPr>
            <a:r>
              <a:rPr lang="en-US" sz="4900" b="1" dirty="0"/>
              <a:t>2. Data Collection</a:t>
            </a:r>
          </a:p>
          <a:p>
            <a:pPr marL="400050" lvl="1" indent="0">
              <a:buNone/>
            </a:pPr>
            <a:r>
              <a:rPr lang="en-US" sz="4900" dirty="0"/>
              <a:t>Gather datasets that contain annotated code examples and associated descriptions. For example:</a:t>
            </a:r>
          </a:p>
          <a:p>
            <a:pPr marL="857250" lvl="2" indent="0">
              <a:buNone/>
            </a:pPr>
            <a:r>
              <a:rPr lang="en-US" sz="4900" dirty="0"/>
              <a:t>Dataset libraries (e.g., </a:t>
            </a:r>
            <a:r>
              <a:rPr lang="en-US" sz="4900" dirty="0" err="1"/>
              <a:t>CodeSearchNet</a:t>
            </a:r>
            <a:r>
              <a:rPr lang="en-US" sz="4900" dirty="0"/>
              <a:t>).</a:t>
            </a:r>
          </a:p>
          <a:p>
            <a:pPr marL="400050" lvl="1" indent="0">
              <a:buNone/>
            </a:pPr>
            <a:r>
              <a:rPr lang="en-US" sz="4900" dirty="0"/>
              <a:t>Ensure diverse and high-quality examples to cover various coding scenarios.</a:t>
            </a:r>
          </a:p>
          <a:p>
            <a:pPr marL="0" indent="0">
              <a:buNone/>
            </a:pPr>
            <a:r>
              <a:rPr lang="en-US" sz="4900" b="1" dirty="0"/>
              <a:t>3. Model Selection</a:t>
            </a:r>
          </a:p>
          <a:p>
            <a:pPr marL="400050" lvl="1" indent="0">
              <a:buNone/>
            </a:pPr>
            <a:r>
              <a:rPr lang="en-US" sz="4900" dirty="0"/>
              <a:t>Use pre-trained models like GPT, Codex, or other large language models specialized in code generation.</a:t>
            </a:r>
          </a:p>
          <a:p>
            <a:pPr marL="400050" lvl="1" indent="0">
              <a:buNone/>
            </a:pPr>
            <a:r>
              <a:rPr lang="en-US" sz="4900" dirty="0"/>
              <a:t>Choose frameworks for training (e.g., </a:t>
            </a:r>
            <a:r>
              <a:rPr lang="en-US" sz="4900" dirty="0" err="1"/>
              <a:t>PyTorch</a:t>
            </a:r>
            <a:r>
              <a:rPr lang="en-US" sz="4900" dirty="0"/>
              <a:t>, </a:t>
            </a:r>
            <a:r>
              <a:rPr lang="en-US" sz="4900" dirty="0" err="1"/>
              <a:t>TensorFlow</a:t>
            </a:r>
            <a:r>
              <a:rPr lang="en-US" sz="4900" dirty="0"/>
              <a:t>).</a:t>
            </a:r>
          </a:p>
          <a:p>
            <a:pPr marL="0" indent="0">
              <a:buNone/>
            </a:pPr>
            <a:r>
              <a:rPr lang="en-US" sz="4900" b="1" dirty="0"/>
              <a:t>4. Preprocessing</a:t>
            </a:r>
          </a:p>
          <a:p>
            <a:pPr marL="400050" lvl="1" indent="0">
              <a:buNone/>
            </a:pPr>
            <a:r>
              <a:rPr lang="en-US" sz="4900" dirty="0"/>
              <a:t>Clean and preprocess the </a:t>
            </a:r>
            <a:r>
              <a:rPr lang="en-US" sz="4900" dirty="0" err="1"/>
              <a:t>dataset:Normalize</a:t>
            </a:r>
            <a:r>
              <a:rPr lang="en-US" sz="4900" dirty="0"/>
              <a:t> code </a:t>
            </a:r>
            <a:r>
              <a:rPr lang="en-US" sz="4900" dirty="0" err="1"/>
              <a:t>syntax.Remove</a:t>
            </a:r>
            <a:r>
              <a:rPr lang="en-US" sz="4900" dirty="0"/>
              <a:t> redundant or corrupted </a:t>
            </a:r>
            <a:r>
              <a:rPr lang="en-US" sz="4900" dirty="0" err="1"/>
              <a:t>data.Tokenize</a:t>
            </a:r>
            <a:r>
              <a:rPr lang="en-US" sz="4900" dirty="0"/>
              <a:t> both the natural language descriptions and code snippets.</a:t>
            </a:r>
          </a:p>
          <a:p>
            <a:pPr marL="400050" lvl="1" indent="0">
              <a:buNone/>
            </a:pPr>
            <a:r>
              <a:rPr lang="en-US" sz="4900" dirty="0"/>
              <a:t>Create pairs of input-output formats (description → code).</a:t>
            </a:r>
          </a:p>
          <a:p>
            <a:pPr marL="0" indent="0">
              <a:buNone/>
            </a:pPr>
            <a:r>
              <a:rPr lang="en-US" sz="4900" b="1" dirty="0"/>
              <a:t>5. Model Training</a:t>
            </a:r>
          </a:p>
          <a:p>
            <a:pPr marL="400050" lvl="1" indent="0">
              <a:buNone/>
            </a:pPr>
            <a:r>
              <a:rPr lang="en-US" sz="4900" dirty="0"/>
              <a:t>Fine-tune the pre-trained model with your prepared dataset.</a:t>
            </a:r>
          </a:p>
          <a:p>
            <a:pPr marL="400050" lvl="1" indent="0">
              <a:buNone/>
            </a:pPr>
            <a:r>
              <a:rPr lang="en-US" sz="4900" dirty="0"/>
              <a:t>Define objectives, such as generating accurate and syntactically correct code.</a:t>
            </a:r>
          </a:p>
          <a:p>
            <a:pPr marL="0" indent="0">
              <a:buNone/>
            </a:pPr>
            <a:r>
              <a:rPr lang="en-US" sz="4900" b="1" dirty="0"/>
              <a:t>6: Fine-Tuning &amp; Optimization</a:t>
            </a:r>
          </a:p>
          <a:p>
            <a:pPr marL="400050" lvl="1" indent="0">
              <a:buNone/>
            </a:pPr>
            <a:r>
              <a:rPr lang="en-US" sz="4900" dirty="0"/>
              <a:t>Hyperparameter tuning (batch size, learning rate, dropout).</a:t>
            </a:r>
          </a:p>
          <a:p>
            <a:pPr marL="400050" lvl="1" indent="0">
              <a:buNone/>
            </a:pPr>
            <a:r>
              <a:rPr lang="en-US" sz="4900" dirty="0"/>
              <a:t>Train with a </a:t>
            </a:r>
            <a:r>
              <a:rPr lang="en-US" sz="4900" b="1" dirty="0"/>
              <a:t>larger dataset</a:t>
            </a:r>
            <a:r>
              <a:rPr lang="en-US" sz="4900" dirty="0"/>
              <a:t> for better generalization.</a:t>
            </a:r>
          </a:p>
          <a:p>
            <a:pPr marL="400050" lvl="1" indent="0">
              <a:buNone/>
            </a:pPr>
            <a:r>
              <a:rPr lang="en-US" sz="4900" b="1" dirty="0"/>
              <a:t>Apply Reinforcement Learning (RLHF)</a:t>
            </a:r>
            <a:r>
              <a:rPr lang="en-US" sz="4900" dirty="0"/>
              <a:t> to improve user feedback-based ranking.</a:t>
            </a:r>
          </a:p>
          <a:p>
            <a:pPr marL="400050" lvl="1" indent="0">
              <a:buNone/>
            </a:pPr>
            <a:endParaRPr lang="en-US" sz="3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31D2C-A28D-2FD7-B15A-CEBE30CD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2EDF7-9D20-5EF1-5FE3-EA02B1EC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52BA9B-DCB5-1D25-5430-FEF2BBBE89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760" y="1446015"/>
            <a:ext cx="822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BLEU Score (Bilingual Evaluation Understudy)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similar the generated code is to human-written code.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BLEU score = better code accuracy.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BLEU score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0.7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considered good for code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 Score (Recall-Oriented Understudy for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Gisting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how much overlap exists between generated code and reference code.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ROUGE = better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Perplexity (PPL)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well the model predicts the next token in the code sequence.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perplexity = better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Code-to-Code Similarity Score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Levenshtein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compare generated code with actual human-written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528" y="0"/>
            <a:ext cx="7772400" cy="147002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37" name="Subtitle 36">
            <a:extLst>
              <a:ext uri="{FF2B5EF4-FFF2-40B4-BE49-F238E27FC236}">
                <a16:creationId xmlns:a16="http://schemas.microsoft.com/office/drawing/2014/main" id="{7D50AFE9-D1FD-023E-1FB7-5335CD922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1182624"/>
            <a:ext cx="7991856" cy="503529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1. </a:t>
            </a:r>
            <a:r>
              <a:rPr lang="en-US" b="1" dirty="0">
                <a:solidFill>
                  <a:schemeClr val="tx1"/>
                </a:solidFill>
              </a:rPr>
              <a:t>Operating System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Windows 10/11</a:t>
            </a:r>
            <a:r>
              <a:rPr lang="en-US" dirty="0">
                <a:solidFill>
                  <a:schemeClr val="tx1"/>
                </a:solidFill>
              </a:rPr>
              <a:t> (for local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Linux (Ubuntu 20.04/22.04, CentOS, Debian)</a:t>
            </a:r>
            <a:r>
              <a:rPr lang="en-US" dirty="0">
                <a:solidFill>
                  <a:schemeClr val="tx1"/>
                </a:solidFill>
              </a:rPr>
              <a:t> (for server deployment)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macOS (M1/M2)</a:t>
            </a:r>
            <a:r>
              <a:rPr lang="en-US" dirty="0">
                <a:solidFill>
                  <a:schemeClr val="tx1"/>
                </a:solidFill>
              </a:rPr>
              <a:t> (optional)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2. Programming Languages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Python 3.8+</a:t>
            </a:r>
            <a:r>
              <a:rPr lang="en-US" dirty="0">
                <a:solidFill>
                  <a:schemeClr val="tx1"/>
                </a:solidFill>
              </a:rPr>
              <a:t> (for AI model, backend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JavaScript (ES6+)</a:t>
            </a:r>
            <a:r>
              <a:rPr lang="en-US" dirty="0">
                <a:solidFill>
                  <a:schemeClr val="tx1"/>
                </a:solidFill>
              </a:rPr>
              <a:t> (for frontend development)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3. AI/ML Frameworks</a:t>
            </a:r>
          </a:p>
          <a:p>
            <a:pPr lvl="1" algn="l"/>
            <a:r>
              <a:rPr lang="en-US" b="1" dirty="0" err="1">
                <a:solidFill>
                  <a:schemeClr val="tx1"/>
                </a:solidFill>
              </a:rPr>
              <a:t>PyTorch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chemeClr val="tx1"/>
                </a:solidFill>
              </a:rPr>
              <a:t>TensorFlow/</a:t>
            </a:r>
            <a:r>
              <a:rPr lang="en-US" b="1" dirty="0" err="1">
                <a:solidFill>
                  <a:schemeClr val="tx1"/>
                </a:solidFill>
              </a:rPr>
              <a:t>Keras</a:t>
            </a:r>
            <a:r>
              <a:rPr lang="en-US" dirty="0">
                <a:solidFill>
                  <a:schemeClr val="tx1"/>
                </a:solidFill>
              </a:rPr>
              <a:t> (for training the Transformer model)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Hugging Face Transformers</a:t>
            </a:r>
            <a:r>
              <a:rPr lang="en-US" dirty="0">
                <a:solidFill>
                  <a:schemeClr val="tx1"/>
                </a:solidFill>
              </a:rPr>
              <a:t> (for fine-tuning pre-trained models like CodeT5, GPT)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Scikit-learn</a:t>
            </a:r>
            <a:r>
              <a:rPr lang="en-US" dirty="0">
                <a:solidFill>
                  <a:schemeClr val="tx1"/>
                </a:solidFill>
              </a:rPr>
              <a:t> (for evaluation metrics like BLEU, ROUGE)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3998B-456B-3827-13E1-0AFC13DA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6525"/>
            <a:ext cx="7772400" cy="147002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Usage and Beneficiaries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353312"/>
            <a:ext cx="7171944" cy="5608320"/>
          </a:xfrm>
        </p:spPr>
        <p:txBody>
          <a:bodyPr>
            <a:norm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</a:rPr>
              <a:t>Software Development &amp; Engineering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Automated Code Generation:</a:t>
            </a:r>
            <a:r>
              <a:rPr lang="en-US" sz="1600" dirty="0">
                <a:solidFill>
                  <a:schemeClr val="tx1"/>
                </a:solidFill>
              </a:rPr>
              <a:t> Helps developers quickly generate boilerplate code.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Code Refactoring &amp; Optimization:</a:t>
            </a:r>
            <a:r>
              <a:rPr lang="en-US" sz="1600" dirty="0">
                <a:solidFill>
                  <a:schemeClr val="tx1"/>
                </a:solidFill>
              </a:rPr>
              <a:t> Suggests improvements for existing code.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Bug Detection &amp; Fixing:</a:t>
            </a:r>
            <a:r>
              <a:rPr lang="en-US" sz="1600" dirty="0">
                <a:solidFill>
                  <a:schemeClr val="tx1"/>
                </a:solidFill>
              </a:rPr>
              <a:t> Identifies and corrects common programming errors.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</a:rPr>
              <a:t>B. Education &amp; Learning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Programming Assistance for Students:</a:t>
            </a:r>
            <a:r>
              <a:rPr lang="en-US" sz="1600" dirty="0">
                <a:solidFill>
                  <a:schemeClr val="tx1"/>
                </a:solidFill>
              </a:rPr>
              <a:t> Acts as a coding tutor, explaining concepts.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Interactive Code Examples:</a:t>
            </a:r>
            <a:r>
              <a:rPr lang="en-US" sz="1600" dirty="0">
                <a:solidFill>
                  <a:schemeClr val="tx1"/>
                </a:solidFill>
              </a:rPr>
              <a:t> Generates code snippets for learning purposes.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Code Debugging &amp; Explanation:</a:t>
            </a:r>
            <a:r>
              <a:rPr lang="en-US" sz="1600" dirty="0">
                <a:solidFill>
                  <a:schemeClr val="tx1"/>
                </a:solidFill>
              </a:rPr>
              <a:t> Helps students understand errors and solutions.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</a:rPr>
              <a:t>C. AI-Powered DevOps &amp; Automation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Infrastructure as Code (</a:t>
            </a:r>
            <a:r>
              <a:rPr lang="en-US" sz="1600" b="1" dirty="0" err="1">
                <a:solidFill>
                  <a:schemeClr val="tx1"/>
                </a:solidFill>
              </a:rPr>
              <a:t>IaC</a:t>
            </a:r>
            <a:r>
              <a:rPr lang="en-US" sz="1600" b="1" dirty="0">
                <a:solidFill>
                  <a:schemeClr val="tx1"/>
                </a:solidFill>
              </a:rPr>
              <a:t>):</a:t>
            </a:r>
            <a:r>
              <a:rPr lang="en-US" sz="1600" dirty="0">
                <a:solidFill>
                  <a:schemeClr val="tx1"/>
                </a:solidFill>
              </a:rPr>
              <a:t> Automates writing deployment scripts.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API Code Generation:</a:t>
            </a:r>
            <a:r>
              <a:rPr lang="en-US" sz="1600" dirty="0">
                <a:solidFill>
                  <a:schemeClr val="tx1"/>
                </a:solidFill>
              </a:rPr>
              <a:t> Quickly generates REST API endpoints.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Database Query Automation:</a:t>
            </a:r>
            <a:r>
              <a:rPr lang="en-US" sz="1600" dirty="0">
                <a:solidFill>
                  <a:schemeClr val="tx1"/>
                </a:solidFill>
              </a:rPr>
              <a:t> Converts natural language queries into SQL queries.</a:t>
            </a:r>
          </a:p>
          <a:p>
            <a:pPr algn="l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B24B-CA9C-F28F-E062-C3DBF628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/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*The AI-powered code generator project marks a significant step toward automating code generation and simplifying software development processes. </a:t>
            </a:r>
          </a:p>
          <a:p>
            <a:pPr marL="0" indent="0">
              <a:buNone/>
            </a:pPr>
            <a:r>
              <a:rPr lang="en-US" dirty="0"/>
              <a:t>*AI-powered code generator has successfully demonstrated its capability to understand natural language prompts and generate useful, contextually relevant code.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9614E-EFA1-2A7B-BA22-C52E38DB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1098</Words>
  <Application>Microsoft Office PowerPoint</Application>
  <PresentationFormat>On-screen Show (4:3)</PresentationFormat>
  <Paragraphs>135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Project Review  AI POWERED CODE GENERATER </vt:lpstr>
      <vt:lpstr>Problem Identified</vt:lpstr>
      <vt:lpstr>Key Business Objectives</vt:lpstr>
      <vt:lpstr>Base Paper Details</vt:lpstr>
      <vt:lpstr>Literature Review      </vt:lpstr>
      <vt:lpstr>Proposed Solution </vt:lpstr>
      <vt:lpstr>PowerPoint Presentation</vt:lpstr>
      <vt:lpstr>Implementation Details </vt:lpstr>
      <vt:lpstr>Model Performance  </vt:lpstr>
      <vt:lpstr>Software Requirements</vt:lpstr>
      <vt:lpstr>Possible Usage and Beneficiaries Industry </vt:lpstr>
      <vt:lpstr>Conclusion /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 AI POWERED CODE GENERATER</dc:title>
  <dc:creator>Student</dc:creator>
  <cp:lastModifiedBy>Agathees Waran</cp:lastModifiedBy>
  <cp:revision>8</cp:revision>
  <dcterms:modified xsi:type="dcterms:W3CDTF">2025-04-09T05:43:55Z</dcterms:modified>
</cp:coreProperties>
</file>